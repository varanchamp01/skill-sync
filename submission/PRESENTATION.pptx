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5" d="100"/>
          <a:sy n="55" d="100"/>
        </p:scale>
        <p:origin x="10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FBAE7-1AE2-66CB-22AA-24EA874E10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DF0F12-42FF-1E69-4166-A4322D063B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F6229-E9C2-EC5D-9FAA-F141C4D25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C2270-D9BB-4DB0-878B-B8B6532ED2DE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F8B6B3-18AD-6009-D13B-B605BB9A3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511E13-0434-72A4-CA89-879DF66E8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6CD59-C83B-412B-88FA-C2EA7DCEF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914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E9877-CC67-0554-69AF-D87183381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6E4B6F-FB8F-32B4-513D-9618A213DE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C93BCF-2419-39AF-8662-8BCDA05F9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C2270-D9BB-4DB0-878B-B8B6532ED2DE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3DACE5-357D-FAA6-2542-C664608BC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755C90-788F-12B4-E484-06C19F64C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6CD59-C83B-412B-88FA-C2EA7DCEF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877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9D1E6-A78E-E76B-F987-9F5F95C58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F4C88-4417-1E62-E795-E83F38C103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E1952-0777-C802-7614-66D1AB6A0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C2270-D9BB-4DB0-878B-B8B6532ED2DE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CB37AD-3C63-43EA-7D29-95645030C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C95128-7503-F04C-66EE-38C3F8A69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6CD59-C83B-412B-88FA-C2EA7DCEF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11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0176B-0EE1-0455-240C-E47FAB4B5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EBADA-D350-8126-8C5E-62EE785D1F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B6475A-801C-7D88-158C-02578DF70D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B601C3-02F7-23BA-CCA1-07796A804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C2270-D9BB-4DB0-878B-B8B6532ED2DE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372C74-3D26-4D20-6899-255D1BC4F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3EFC98-2D8E-EB3B-6F92-3283EF70C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6CD59-C83B-412B-88FA-C2EA7DCEF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837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0BF0F-6ADA-9AD0-A64F-2F4F833D8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5A5536-E310-1DEC-9FAD-E12ABA5132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2DD0B3-E54E-DAA7-D18C-8C9507EFEA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AE68E9-2AA6-F2D4-CB5E-446BD53A04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7CA02C-345D-DA63-B508-63EAADC727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5F712B-2A8D-3D3C-A30F-5647F6773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C2270-D9BB-4DB0-878B-B8B6532ED2DE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AE6CF1-88D1-82CD-C99D-1FA2A7C7F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721736-6163-04A1-60FA-1E3F24BE8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6CD59-C83B-412B-88FA-C2EA7DCEF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318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CABEB-5F78-67AC-D9D2-E3A1528CF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ECC9DB-F4D5-E52F-F996-C8DC3F260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C2270-D9BB-4DB0-878B-B8B6532ED2DE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ACD2E9-D3D5-4043-D92A-9E07B19B7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3E6943-1D4E-103A-6842-8158A06F4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6CD59-C83B-412B-88FA-C2EA7DCEF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02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743C0A-3EC6-D94B-81EE-5AB0187DC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C2270-D9BB-4DB0-878B-B8B6532ED2DE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4AC086-8C94-73B5-E6FA-89A3D11FC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0FAED7-04AA-23BB-D219-07D3F2AEF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6CD59-C83B-412B-88FA-C2EA7DCEF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115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C3B04-7FE5-C927-E7C6-55452B8F1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A7D650-9F62-A096-2406-86137BA7E8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497512-16E3-8532-DFBA-08B1E76212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BA7DA4-7A6C-FBC0-A136-BA92E8A0B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C2270-D9BB-4DB0-878B-B8B6532ED2DE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4AC1F8-A6E1-D3B0-D043-91BD1A4EA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8B3F6F-7620-7779-1754-ADA812A7C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6CD59-C83B-412B-88FA-C2EA7DCEF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882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0CAB8-67C5-4254-7563-379C79914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4B3BF9-E4B2-4D2E-B597-356FCFE419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76F85D-4D32-3F90-4D63-9D69E1DDB9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26B67B-BB1D-1036-BCDB-32B05E8F4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C2270-D9BB-4DB0-878B-B8B6532ED2DE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F882AD-5270-943E-8EC2-A404910B2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5365E8-1650-DE34-BBA9-856BF834A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6CD59-C83B-412B-88FA-C2EA7DCEF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5518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1F753-4BF7-56F4-CF66-93D97E3A8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BCB9B9-C484-2C37-352E-3393C4EEC3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DCB37-AA11-008C-F729-640C27FF8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C2270-D9BB-4DB0-878B-B8B6532ED2DE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A66B5E-E712-8700-D633-C183C0112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3D9F4-AAE2-2EDE-1120-221E77E9E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6CD59-C83B-412B-88FA-C2EA7DCEF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419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55ACAE-83AD-5B64-3370-9F056D61CF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8B569C-DEFF-5F18-EC8C-9C13406256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CAFB07-B0C4-83EB-14AD-A47A2A738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C2270-D9BB-4DB0-878B-B8B6532ED2DE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033B5-0A7E-0758-6EA8-5F4E3E7F9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72FA38-4711-B6CA-D918-6F13679C8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6CD59-C83B-412B-88FA-C2EA7DCEF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855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DE8373-E9FB-FACA-8482-B71BEA6EE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E1F085-A1CB-F48F-CD2D-A2DC2EFBDE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7D01A8-2ACC-5286-FF8E-41D9AF2686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4C2270-D9BB-4DB0-878B-B8B6532ED2DE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7C5050-552E-19F6-500A-EFD27BC317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7E643-614E-744B-D750-C400DD6702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66CD59-C83B-412B-88FA-C2EA7DCEF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87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ml-skills-engine.preview.emergentagent.com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7D50A-A30D-03BF-51F3-7A362F619E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65FAFD-86E9-DE2B-B07B-8F6F481E3B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09E5290-7977-D62F-8B80-596C490450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7FBFD6-6BE7-4558-13A3-3C9423EE6C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9" name="Rectangle 2">
            <a:extLst>
              <a:ext uri="{FF2B5EF4-FFF2-40B4-BE49-F238E27FC236}">
                <a16:creationId xmlns:a16="http://schemas.microsoft.com/office/drawing/2014/main" id="{08124DC9-C8C3-CDC3-9776-4F51DC992D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043" y="599761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Kaisei Tokumin"/>
              </a:rPr>
              <a:t>LINK</a:t>
            </a:r>
          </a:p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19191A"/>
                </a:solidFill>
                <a:effectLst/>
                <a:latin typeface="Kaisei Tokumin"/>
                <a:hlinkClick r:id="rId3"/>
              </a:rPr>
              <a:t>https://ml-skills-engine.preview.emergentagent.com/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rgbClr val="19191A"/>
              </a:solidFill>
              <a:effectLst/>
              <a:latin typeface="Kaisei Tokumin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4364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17540-321B-93B4-58AE-98E97DC2B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7EE02-EE6A-5A0C-E422-A8A4C8CA1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22EAEEC-D7A3-3BD8-B2ED-2D69F92207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1120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32F44-1CA7-8274-BD9B-9D4E218D7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99D1B-D5CB-4CF2-4EC6-7579123BE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10CD85-C0C9-AB16-E57C-BD15781E0B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949D9B2-E8E5-6A6D-33A3-87D6C3D322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687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9278B-5527-6C43-484D-89A05E994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5EC1A-D756-38B6-5D63-219197034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AA6CD-5AD3-F791-7F39-3C95BD307B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AC7BEC2-AF2A-3B7F-3C0B-DCF26D7026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392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60E1B-E48C-0F55-EE15-3ECD37006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CF71C-8C26-F185-FC40-DE7FBF661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FBC09-E972-5D1F-7292-B56A2B0F9D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905941C-2588-7AC7-0208-C8CD953D9B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386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F5213-CA18-08E7-69B9-7CC735371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191E8-4E24-36F0-F3B5-7358B3796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AE4A7-80EB-EF8F-449E-E437D6728C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95AA170-68A9-E049-70DB-5A8E99E33A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7780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77F04-8DA1-0225-ED4D-C2F5BB278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241D1-3E02-7A3F-905C-67FD6E185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6BC72-DCEA-0450-4C29-47E71640D9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95585C5-D3BA-3131-29CF-29A6BD83EF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662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A69AA-6781-1E9C-B4D6-EBDAFE5BB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4EE4E-D802-A49C-43CD-6C032DA6E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44775-2608-AFFD-C43C-95FD6DB9DB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78D5ACA-BA56-8C8B-DBD8-7145513D64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1983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E6F2F-A715-850E-2DB3-2F7D29FB9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4568D-755D-B094-D88D-3FC903DD3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367912-0880-94A6-C886-3DF2FEB3C2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2A28896-6A0D-3446-E2CA-390E2DEECC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3627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855ED-DECA-28FD-6ED7-6C563AB06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29C0A-4DDE-8E82-5428-D838C2002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D3E93-0775-FCE2-F552-FD11269E71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63882DE-7EB8-0E52-61FA-04F35D5995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5158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420EB-C87D-0656-6CE4-C1A33464E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B0763-66A1-E958-72D7-57AF28BC0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A93192-33BB-C3D4-1D16-99680C44FD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2A8263CD-887D-2974-D4C6-F11F4587EA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7966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D392D-CDD6-8E94-A717-E3B3E6F61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F3799-308C-8841-6E53-7132700A3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468C8-BCC7-9D7D-69C7-705804D5D4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2D462FB3-E20E-2B86-21C5-3E163B95E0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617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Microsoft Office PowerPoint</Application>
  <PresentationFormat>Widescreen</PresentationFormat>
  <Paragraphs>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Kaisei Tokumin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Vidita Diwan</dc:creator>
  <cp:lastModifiedBy>Vidita Diwan</cp:lastModifiedBy>
  <cp:revision>1</cp:revision>
  <dcterms:created xsi:type="dcterms:W3CDTF">2026-09-10T17:45:48Z</dcterms:created>
  <dcterms:modified xsi:type="dcterms:W3CDTF">2026-09-10T17:46:31Z</dcterms:modified>
</cp:coreProperties>
</file>